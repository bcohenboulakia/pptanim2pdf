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432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1 — apparition/disparition + déclenchements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Attendu après split : état initial, clic, with previous, with delay, after previous, puis disparition.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828800" cy="731520"/>
          </a:xfrm>
          <a:prstGeom prst="roundRect">
            <a:avLst/>
          </a:prstGeom>
          <a:solidFill>
            <a:srgbClr val="A0DCA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/>
              <a:t>A
click show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463040"/>
            <a:ext cx="1828800" cy="731520"/>
          </a:xfrm>
          <a:prstGeom prst="roundRect">
            <a:avLst/>
          </a:prstGeom>
          <a:solidFill>
            <a:srgbClr val="96BE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/>
              <a:t>B
with show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463040"/>
            <a:ext cx="1828800" cy="731520"/>
          </a:xfrm>
          <a:prstGeom prst="roundRect">
            <a:avLst/>
          </a:prstGeom>
          <a:solidFill>
            <a:srgbClr val="E6C87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/>
              <a:t>C
with delay show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1828800" cy="731520"/>
          </a:xfrm>
          <a:prstGeom prst="roundRect">
            <a:avLst/>
          </a:prstGeom>
          <a:solidFill>
            <a:srgbClr val="E6A0B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/>
              <a:t>D
after show</a:t>
            </a:r>
          </a:p>
        </p:txBody>
      </p:sp>
      <p:sp>
        <p:nvSpPr>
          <p:cNvPr id="8" name="Oval 7"/>
          <p:cNvSpPr/>
          <p:nvPr/>
        </p:nvSpPr>
        <p:spPr>
          <a:xfrm>
            <a:off x="9418320" y="1325880"/>
            <a:ext cx="1005840" cy="1005840"/>
          </a:xfrm>
          <a:prstGeom prst="ellipse">
            <a:avLst/>
          </a:prstGeom>
          <a:solidFill>
            <a:srgbClr val="FAB46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/>
              <a:t>E
click hide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2 — paragraphes dans une zone de 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rPr dirty="0"/>
              <a:t>Ligne 0 : visible </a:t>
            </a:r>
            <a:r>
              <a:rPr dirty="0" err="1"/>
              <a:t>dès</a:t>
            </a:r>
            <a:r>
              <a:rPr dirty="0"/>
              <a:t> le </a:t>
            </a:r>
            <a:r>
              <a:rPr dirty="0" err="1"/>
              <a:t>départ</a:t>
            </a:r>
            <a:endParaRPr dirty="0"/>
          </a:p>
          <a:p>
            <a:pPr>
              <a:defRPr sz="2400"/>
            </a:pPr>
            <a:r>
              <a:rPr dirty="0"/>
              <a:t>Ligne 1 : </a:t>
            </a:r>
            <a:r>
              <a:rPr dirty="0" err="1"/>
              <a:t>apparaît</a:t>
            </a:r>
            <a:r>
              <a:rPr dirty="0"/>
              <a:t> au </a:t>
            </a:r>
            <a:r>
              <a:rPr dirty="0" err="1"/>
              <a:t>clic</a:t>
            </a:r>
            <a:endParaRPr dirty="0"/>
          </a:p>
          <a:p>
            <a:pPr>
              <a:defRPr sz="2400"/>
            </a:pPr>
            <a:r>
              <a:rPr dirty="0"/>
              <a:t>Ligne 2 : </a:t>
            </a:r>
            <a:r>
              <a:rPr dirty="0" err="1"/>
              <a:t>apparaît</a:t>
            </a:r>
            <a:r>
              <a:rPr dirty="0"/>
              <a:t> with previous sans </a:t>
            </a:r>
            <a:r>
              <a:rPr dirty="0" err="1"/>
              <a:t>délai</a:t>
            </a:r>
            <a:endParaRPr dirty="0"/>
          </a:p>
          <a:p>
            <a:pPr>
              <a:defRPr sz="2400"/>
            </a:pPr>
            <a:r>
              <a:rPr dirty="0"/>
              <a:t>Ligne 3 : </a:t>
            </a:r>
            <a:r>
              <a:rPr dirty="0" err="1"/>
              <a:t>apparaît</a:t>
            </a:r>
            <a:r>
              <a:rPr dirty="0"/>
              <a:t> with previous avec </a:t>
            </a:r>
            <a:r>
              <a:rPr dirty="0" err="1"/>
              <a:t>délai</a:t>
            </a:r>
            <a:endParaRPr dirty="0"/>
          </a:p>
          <a:p>
            <a:pPr>
              <a:defRPr sz="2400"/>
            </a:pPr>
            <a:r>
              <a:rPr dirty="0"/>
              <a:t>Ligne 4 : </a:t>
            </a:r>
            <a:r>
              <a:rPr dirty="0" err="1"/>
              <a:t>apparaît</a:t>
            </a:r>
            <a:r>
              <a:rPr dirty="0"/>
              <a:t> after previous</a:t>
            </a:r>
          </a:p>
          <a:p>
            <a:pPr>
              <a:defRPr sz="2400"/>
            </a:pPr>
            <a:r>
              <a:rPr dirty="0"/>
              <a:t>Ligne 5 : </a:t>
            </a:r>
            <a:r>
              <a:rPr dirty="0" err="1"/>
              <a:t>disparaît</a:t>
            </a:r>
            <a:r>
              <a:rPr dirty="0"/>
              <a:t> au </a:t>
            </a:r>
            <a:r>
              <a:rPr dirty="0" err="1"/>
              <a:t>clic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3 — motion paths simples et multi-segments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/>
              <a:t>Les flèches grises montrent la direction attendue : le split doit placer directement les objets à leur arrivée.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280160" cy="640080"/>
          </a:xfrm>
          <a:prstGeom prst="roundRect">
            <a:avLst/>
          </a:prstGeom>
          <a:solidFill>
            <a:srgbClr val="A0D2F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M1
click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280160" cy="640080"/>
          </a:xfrm>
          <a:prstGeom prst="roundRect">
            <a:avLst/>
          </a:prstGeom>
          <a:solidFill>
            <a:srgbClr val="B4E6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M2
with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645920"/>
            <a:ext cx="3474720" cy="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194560" y="2834640"/>
            <a:ext cx="3474720" cy="0"/>
          </a:xfrm>
          <a:prstGeom prst="line">
            <a:avLst/>
          </a:prstGeom>
          <a:ln w="25400">
            <a:solidFill>
              <a:srgbClr val="8282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2.22222E-6 L 0.24622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2 -0.00139 L 0.00182 -0.00139 L 0.19128 -0.00139 L 0.19128 -0.09121 " pathEditMode="relative" ptsTypes="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1554480" cy="731520"/>
          </a:xfrm>
          <a:prstGeom prst="roundRect">
            <a:avLst/>
          </a:prstGeom>
          <a:solidFill>
            <a:srgbClr val="F0A08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MOVE
then hide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0.30469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4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EA16-FC5A-250E-F737-3D33821A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3247D-49B0-611E-D2E3-25C5576A3CC5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D98B3C9-C748-E46D-A664-0ACEAE30BFE6}"/>
              </a:ext>
            </a:extLst>
          </p:cNvPr>
          <p:cNvSpPr/>
          <p:nvPr/>
        </p:nvSpPr>
        <p:spPr>
          <a:xfrm>
            <a:off x="91440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288679-9C71-EBEB-9A05-DA45DAC1FF42}"/>
              </a:ext>
            </a:extLst>
          </p:cNvPr>
          <p:cNvSpPr/>
          <p:nvPr/>
        </p:nvSpPr>
        <p:spPr>
          <a:xfrm>
            <a:off x="914400" y="3657600"/>
            <a:ext cx="1554480" cy="731520"/>
          </a:xfrm>
          <a:prstGeom prst="roundRect">
            <a:avLst/>
          </a:prstGeom>
          <a:solidFill>
            <a:srgbClr val="F0A08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MOVE
then hide</a:t>
            </a:r>
          </a:p>
        </p:txBody>
      </p:sp>
    </p:spTree>
    <p:extLst>
      <p:ext uri="{BB962C8B-B14F-4D97-AF65-F5344CB8AC3E}">
        <p14:creationId xmlns:p14="http://schemas.microsoft.com/office/powerpoint/2010/main" val="46758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0.30469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4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0560F-130C-012E-AE46-25CEF03E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0581B2-4211-2249-6096-FF47A9A7D8E9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C09CA0-E721-18CA-E93E-17EA1EDA9140}"/>
              </a:ext>
            </a:extLst>
          </p:cNvPr>
          <p:cNvSpPr/>
          <p:nvPr/>
        </p:nvSpPr>
        <p:spPr>
          <a:xfrm>
            <a:off x="91440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1BA0695-FC6B-FE19-F6F2-0DB62DC941DF}"/>
              </a:ext>
            </a:extLst>
          </p:cNvPr>
          <p:cNvSpPr/>
          <p:nvPr/>
        </p:nvSpPr>
        <p:spPr>
          <a:xfrm>
            <a:off x="914400" y="3657600"/>
            <a:ext cx="1554480" cy="731520"/>
          </a:xfrm>
          <a:prstGeom prst="roundRect">
            <a:avLst/>
          </a:prstGeom>
          <a:solidFill>
            <a:srgbClr val="F0A08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MOVE
then hide</a:t>
            </a:r>
          </a:p>
        </p:txBody>
      </p:sp>
    </p:spTree>
    <p:extLst>
      <p:ext uri="{BB962C8B-B14F-4D97-AF65-F5344CB8AC3E}">
        <p14:creationId xmlns:p14="http://schemas.microsoft.com/office/powerpoint/2010/main" val="10692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0.30469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E8E6-C55E-84DF-2621-5BE0F09F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BD01CF-4431-EECF-2801-33A381574A9A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B50097-DB3A-FCEF-1025-7A60B1609EFC}"/>
              </a:ext>
            </a:extLst>
          </p:cNvPr>
          <p:cNvSpPr/>
          <p:nvPr/>
        </p:nvSpPr>
        <p:spPr>
          <a:xfrm>
            <a:off x="91440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130930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2.59259E-6 L 0.30469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4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469 0.00093 L -1.875E-6 0.25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34" y="12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F37E9-2E75-97EC-3EC1-21CC2C4E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F82D2-5AC4-E27C-FF08-2BC91C213A6C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D0B4C56-32C0-27C3-87D3-4AC10BDD0F00}"/>
              </a:ext>
            </a:extLst>
          </p:cNvPr>
          <p:cNvSpPr/>
          <p:nvPr/>
        </p:nvSpPr>
        <p:spPr>
          <a:xfrm>
            <a:off x="454152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341443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A8594-BF44-74FC-3EB7-ED453E393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E20632-4A09-2402-98EE-046C603284CD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FA956A1-3E4A-9B5F-56D3-6736EF83F4F0}"/>
              </a:ext>
            </a:extLst>
          </p:cNvPr>
          <p:cNvSpPr/>
          <p:nvPr/>
        </p:nvSpPr>
        <p:spPr>
          <a:xfrm>
            <a:off x="454152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1740888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3" grpId="2" animBg="1"/>
      <p:bldP spid="3" grpId="3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4759F-C0E0-9A73-F437-16C4C56B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5ABFA-F2D4-8F30-F741-119C60B602CF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DA818C-3097-279E-0840-C56A38D5DBFA}"/>
              </a:ext>
            </a:extLst>
          </p:cNvPr>
          <p:cNvSpPr/>
          <p:nvPr/>
        </p:nvSpPr>
        <p:spPr>
          <a:xfrm>
            <a:off x="454152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198378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ADB0-EBE5-150D-994D-5C9B7DA7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671F47-FD1C-280B-BCBD-C469BC373B05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3B0160C-75FB-899B-9748-6D636EC9CAB2}"/>
              </a:ext>
            </a:extLst>
          </p:cNvPr>
          <p:cNvSpPr/>
          <p:nvPr/>
        </p:nvSpPr>
        <p:spPr>
          <a:xfrm>
            <a:off x="4541520" y="1828800"/>
            <a:ext cx="1554480" cy="731520"/>
          </a:xfrm>
          <a:prstGeom prst="roundRect">
            <a:avLst/>
          </a:prstGeom>
          <a:solidFill>
            <a:srgbClr val="82D2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/>
              <a:t>MIX
</a:t>
            </a:r>
            <a:r>
              <a:rPr sz="1400" b="1" dirty="0" err="1"/>
              <a:t>show+move</a:t>
            </a:r>
            <a:endParaRPr sz="1400" b="1" dirty="0"/>
          </a:p>
        </p:txBody>
      </p:sp>
    </p:spTree>
    <p:extLst>
      <p:ext uri="{BB962C8B-B14F-4D97-AF65-F5344CB8AC3E}">
        <p14:creationId xmlns:p14="http://schemas.microsoft.com/office/powerpoint/2010/main" val="363855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BD68-AD95-0A43-00C6-42965245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EE4BC7-97B5-C014-C89B-AC9F1D585495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D35E2FC-2132-5CDF-AC35-D3558B639532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0AC76670-A25C-C87F-6D51-BFFE92E5F11F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E197B4-481E-DBCC-2BBC-8ADFCE2E02B1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01685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83F210F-354F-1BC4-83DB-442DD0F58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435" y="1509712"/>
            <a:ext cx="38385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0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33BE-CD54-757E-CBC2-7268F007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CF01C5B-8E5F-067F-AC51-2E1D50B1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435" y="1509712"/>
            <a:ext cx="38385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5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B14F-4593-6D80-0E05-75BB32B3A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2DCC31E-6E51-0625-CA84-9E460832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60" y="1509712"/>
            <a:ext cx="38385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0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3.33333E-6 0.2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9FAD0-CE10-80B7-AB36-F3B52C38A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44B1976-F41A-F5F4-E25F-30D0C08F0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85" y="1392017"/>
            <a:ext cx="383857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5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6.25E-7 -3.7037E-7 L 6.25E-7 0.2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0C91-4587-8BD1-D05F-12255D08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4C0CF-85F4-4B90-F53A-561424DCEAD7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76E86C2-F32C-625B-52D4-0BCC4C91826D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430C9B8-CC22-D540-000B-FE5209FCCD07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36BDBC-B846-8162-736D-E698FC4CB005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156250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B93D-2C50-2437-9809-A933E3A7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7D822-8F38-6011-02AD-3450FC6AE20C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03AFEA9-1FC2-616B-E8EB-EE6976AFAF25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0283B7E7-FF0C-4246-CC68-08C40C133107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53F6E6D-6A72-1768-8CA3-4F7AA82E89AA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73416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DFD8-60B9-9B2E-09B9-FFB15E31B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AFE1A8-4ABE-23E4-19F5-9E771832F1A0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F13121B8-011E-DEFB-171C-056935AC487C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4EA02EF-9C40-9C70-EFDF-C0257AB89010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DC59C1-DD6E-805B-6B5E-CD811069D895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5270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48AF-02EE-B437-C05C-FF9C4615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3278B-5259-A380-E475-1725A09EE549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23464720-DC83-7DF0-892C-00E44C55302C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C26BA3E8-75A6-CF8F-9B22-A649B0CA8E82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FBD234-F20A-4395-84E3-9B5025B7DC4E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57721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E7B7F-1DC1-8432-BA1A-EA1DA51A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EB851-D460-4E7F-6B88-509CEFB5B88E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17E0F934-512D-11F5-54E1-4B7FCEABF16F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62DCFED0-C41E-D045-5ACF-D6F0D5611DFC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17DF47-B7EC-9728-6AFB-0031D1B235C4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75329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F8CE-AE2C-EBBE-DE4B-C5C25524D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5EDCB-02C7-43C2-CDA5-A65BEAED8F10}"/>
              </a:ext>
            </a:extLst>
          </p:cNvPr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Test 4 — combinaison apparition, déplacement, disparition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C62529B-78B5-321E-33B7-94B294D656F7}"/>
              </a:ext>
            </a:extLst>
          </p:cNvPr>
          <p:cNvGrpSpPr/>
          <p:nvPr/>
        </p:nvGrpSpPr>
        <p:grpSpPr>
          <a:xfrm>
            <a:off x="3548958" y="1602463"/>
            <a:ext cx="1828800" cy="914400"/>
            <a:chOff x="3548958" y="1602463"/>
            <a:chExt cx="1828800" cy="914400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38FC1F47-2402-A71D-D160-A31C78DBADA6}"/>
                </a:ext>
              </a:extLst>
            </p:cNvPr>
            <p:cNvSpPr/>
            <p:nvPr/>
          </p:nvSpPr>
          <p:spPr>
            <a:xfrm>
              <a:off x="3548958" y="1602463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9C6DD1F-1CCC-78E9-F773-258B981CEFDC}"/>
                </a:ext>
              </a:extLst>
            </p:cNvPr>
            <p:cNvSpPr/>
            <p:nvPr/>
          </p:nvSpPr>
          <p:spPr>
            <a:xfrm>
              <a:off x="4463358" y="1602463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0777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5F72D0-E9B0-8E2E-93A9-5BB2F39A994D}"/>
              </a:ext>
            </a:extLst>
          </p:cNvPr>
          <p:cNvSpPr/>
          <p:nvPr/>
        </p:nvSpPr>
        <p:spPr>
          <a:xfrm>
            <a:off x="2632105" y="1290415"/>
            <a:ext cx="2273181" cy="148696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761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4A71-0F78-D826-FA67-5AADAFACC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CC6236-8C61-6AD7-5D8A-B93CFD227D35}"/>
              </a:ext>
            </a:extLst>
          </p:cNvPr>
          <p:cNvSpPr/>
          <p:nvPr/>
        </p:nvSpPr>
        <p:spPr>
          <a:xfrm>
            <a:off x="2632105" y="1290415"/>
            <a:ext cx="2273181" cy="148696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02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1986-A5A5-F68B-5FBA-10BB3410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30CF9F-EDC6-3D5F-E541-0A73498A3BC0}"/>
              </a:ext>
            </a:extLst>
          </p:cNvPr>
          <p:cNvSpPr/>
          <p:nvPr/>
        </p:nvSpPr>
        <p:spPr>
          <a:xfrm>
            <a:off x="2632105" y="1290415"/>
            <a:ext cx="2273181" cy="1486968"/>
          </a:xfrm>
          <a:prstGeom prst="rect">
            <a:avLst/>
          </a:prstGeom>
          <a:noFill/>
          <a:ln w="889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00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35D3CB4-1D97-7F6A-8ADD-A0DF9AC17B0B}"/>
              </a:ext>
            </a:extLst>
          </p:cNvPr>
          <p:cNvSpPr txBox="1"/>
          <p:nvPr/>
        </p:nvSpPr>
        <p:spPr>
          <a:xfrm>
            <a:off x="4752975" y="2247900"/>
            <a:ext cx="67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83900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3D3D6-BCB2-EC89-2CC2-73769B8FA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B5022C4-A50C-0F61-A005-EB67CDA90A93}"/>
              </a:ext>
            </a:extLst>
          </p:cNvPr>
          <p:cNvSpPr txBox="1"/>
          <p:nvPr/>
        </p:nvSpPr>
        <p:spPr>
          <a:xfrm>
            <a:off x="4752975" y="2247900"/>
            <a:ext cx="67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FF0000"/>
                </a:solidFill>
              </a:rPr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76972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4045C-FED9-E797-3FE0-8B5A0794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48FF334-A80E-B4D2-5161-90847FDCAF66}"/>
              </a:ext>
            </a:extLst>
          </p:cNvPr>
          <p:cNvSpPr txBox="1"/>
          <p:nvPr/>
        </p:nvSpPr>
        <p:spPr>
          <a:xfrm>
            <a:off x="4752975" y="2247900"/>
            <a:ext cx="67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00B050"/>
                </a:solidFill>
              </a:rPr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7123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323</Words>
  <Application>Microsoft Office PowerPoint</Application>
  <PresentationFormat>Grand écran</PresentationFormat>
  <Paragraphs>47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Benco</cp:lastModifiedBy>
  <cp:revision>28</cp:revision>
  <dcterms:created xsi:type="dcterms:W3CDTF">2013-01-27T09:14:16Z</dcterms:created>
  <dcterms:modified xsi:type="dcterms:W3CDTF">2026-10-14T09:44:06Z</dcterms:modified>
  <cp:category/>
</cp:coreProperties>
</file>